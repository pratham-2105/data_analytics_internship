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AI-Assisted Business Analytics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10896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Small Online Retail Business | Sales Analytics + Generative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Sales have slightly decreased.</a:t>
            </a:r>
          </a:p>
          <a:p>
            <a:pPr>
              <a:spcAft>
                <a:spcPts val="1200"/>
              </a:spcAft>
              <a:defRPr sz="2200"/>
            </a:pPr>
            <a:r>
              <a:t>Product performance differs.</a:t>
            </a:r>
          </a:p>
          <a:p>
            <a:pPr>
              <a:spcAft>
                <a:spcPts val="1200"/>
              </a:spcAft>
              <a:defRPr sz="2200"/>
            </a:pPr>
            <a:r>
              <a:t>Marketing campaigns have different results.</a:t>
            </a:r>
          </a:p>
          <a:p>
            <a:pPr>
              <a:spcAft>
                <a:spcPts val="1200"/>
              </a:spcAft>
              <a:defRPr sz="2200"/>
            </a:pPr>
            <a:r>
              <a:t>Customer retention needs improvement.</a:t>
            </a:r>
          </a:p>
          <a:p>
            <a:pPr>
              <a:spcAft>
                <a:spcPts val="1200"/>
              </a:spcAft>
              <a:defRPr sz="2200"/>
            </a:pPr>
            <a:r>
              <a:t>Goal: use data and AI tools to support business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&amp;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40 synthetic sales records</a:t>
            </a:r>
          </a:p>
          <a:p>
            <a:pPr>
              <a:spcAft>
                <a:spcPts val="1200"/>
              </a:spcAft>
              <a:defRPr sz="1900"/>
            </a:pPr>
            <a:r>
              <a:t>Fields: Product Name, Category, Month, Units Sold, Revenue, Region</a:t>
            </a:r>
          </a:p>
          <a:p>
            <a:pPr>
              <a:spcAft>
                <a:spcPts val="1200"/>
              </a:spcAft>
              <a:defRPr sz="1900"/>
            </a:pPr>
            <a:r>
              <a:t>Total Revenue: 41,140</a:t>
            </a:r>
          </a:p>
          <a:p>
            <a:pPr>
              <a:spcAft>
                <a:spcPts val="1200"/>
              </a:spcAft>
              <a:defRPr sz="1900"/>
            </a:pPr>
            <a:r>
              <a:t>Total Units Sold: 752</a:t>
            </a:r>
          </a:p>
          <a:p>
            <a:pPr>
              <a:spcAft>
                <a:spcPts val="1200"/>
              </a:spcAft>
              <a:defRPr sz="1900"/>
            </a:pPr>
            <a:r>
              <a:t>Top Product: Headphones</a:t>
            </a:r>
          </a:p>
          <a:p>
            <a:pPr>
              <a:spcAft>
                <a:spcPts val="1200"/>
              </a:spcAft>
              <a:defRPr sz="1900"/>
            </a:pPr>
            <a:r>
              <a:t>Top Category: Accessories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Charts &amp; Findings</a:t>
            </a:r>
          </a:p>
        </p:txBody>
      </p:sp>
      <p:pic>
        <p:nvPicPr>
          <p:cNvPr id="3" name="Picture 2" descr="revenue_by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486400" cy="3048000"/>
          </a:xfrm>
          <a:prstGeom prst="rect">
            <a:avLst/>
          </a:prstGeom>
        </p:spPr>
      </p:pic>
      <p:pic>
        <p:nvPicPr>
          <p:cNvPr id="4" name="Picture 3" descr="monthly_revenue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440680" cy="34004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Prompt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1. Sales Analysis — establishes the baseline</a:t>
            </a:r>
          </a:p>
          <a:p>
            <a:pPr>
              <a:spcAft>
                <a:spcPts val="1200"/>
              </a:spcAft>
              <a:defRPr sz="1900"/>
            </a:pPr>
            <a:r>
              <a:t>2. Product Performance — compares product contribution</a:t>
            </a:r>
          </a:p>
          <a:p>
            <a:pPr>
              <a:spcAft>
                <a:spcPts val="1200"/>
              </a:spcAft>
              <a:defRPr sz="1900"/>
            </a:pPr>
            <a:r>
              <a:t>3. Monthly Sales Trend — identifies timing patterns</a:t>
            </a:r>
          </a:p>
          <a:p>
            <a:pPr>
              <a:spcAft>
                <a:spcPts val="1200"/>
              </a:spcAft>
              <a:defRPr sz="1900"/>
            </a:pPr>
            <a:r>
              <a:t>4. Customer Feedback Analysis — structures qualitative feedback safely</a:t>
            </a:r>
          </a:p>
          <a:p>
            <a:pPr>
              <a:spcAft>
                <a:spcPts val="1200"/>
              </a:spcAft>
              <a:defRPr sz="1900"/>
            </a:pPr>
            <a:r>
              <a:t>5. Business Recommendation — turns evidence into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Comparison 1: Basic “Analyze this sales data and tell me what performed best.” → Improved prompt specifies calculations, rankings, exact values, and evidence-based observations.</a:t>
            </a:r>
          </a:p>
          <a:p>
            <a:pPr>
              <a:spcAft>
                <a:spcPts val="1200"/>
              </a:spcAft>
              <a:defRPr sz="1800"/>
            </a:pPr>
            <a:r>
              <a:t>Comparison 2: Basic “Give me recommendations to increase sales.” → Improved prompt requires evidence, target area, business objective, and KPI.</a:t>
            </a:r>
          </a:p>
          <a:p>
            <a:pPr>
              <a:spcAft>
                <a:spcPts val="1200"/>
              </a:spcAft>
              <a:defRPr sz="1800"/>
            </a:pPr>
            <a:r>
              <a:t>Evaluation dimensions: Accuracy, Detail, Usefulness.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Responsible AI &amp;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Complete-accuracy sales prediction is not reliable; forecasts require assumptions and uncertainty.</a:t>
            </a:r>
          </a:p>
          <a:p>
            <a:pPr>
              <a:spcAft>
                <a:spcPts val="1200"/>
              </a:spcAft>
              <a:defRPr sz="1800"/>
            </a:pPr>
            <a:r>
              <a:t>Human verification is required before using AI output for business decisions.</a:t>
            </a:r>
          </a:p>
          <a:p>
            <a:pPr>
              <a:spcAft>
                <a:spcPts val="1200"/>
              </a:spcAft>
              <a:defRPr sz="1800"/>
            </a:pPr>
            <a:r>
              <a:t>Sensitive data includes names, emails, phone numbers, addresses, and payment credentials.</a:t>
            </a:r>
          </a:p>
          <a:p>
            <a:pPr>
              <a:spcAft>
                <a:spcPts val="1200"/>
              </a:spcAft>
              <a:defRPr sz="1800"/>
            </a:pPr>
            <a:r>
              <a:t>Protect data through minimization, anonymization/pseudonymization, access controls, and approved handling processes.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Recommendations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Protect stock availability for high-contribution products.</a:t>
            </a:r>
          </a:p>
          <a:p>
            <a:pPr>
              <a:spcAft>
                <a:spcPts val="1200"/>
              </a:spcAft>
              <a:defRPr sz="1800"/>
            </a:pPr>
            <a:r>
              <a:t>Plan campaigns and inventory around strong sales periods.</a:t>
            </a:r>
          </a:p>
          <a:p>
            <a:pPr>
              <a:spcAft>
                <a:spcPts val="1200"/>
              </a:spcAft>
              <a:defRPr sz="1800"/>
            </a:pPr>
            <a:r>
              <a:t>Target regions differently and investigate weaker areas.</a:t>
            </a:r>
          </a:p>
          <a:p>
            <a:pPr>
              <a:spcAft>
                <a:spcPts val="1200"/>
              </a:spcAft>
              <a:defRPr sz="1800"/>
            </a:pPr>
            <a:r>
              <a:t>Use revenue and unit volume together when prioritizing products.</a:t>
            </a:r>
          </a:p>
          <a:p>
            <a:pPr>
              <a:spcAft>
                <a:spcPts val="1200"/>
              </a:spcAft>
              <a:defRPr sz="1800"/>
            </a:pPr>
            <a:r>
              <a:t>Track recurring KPIs such as monthly revenue, units sold, product share, and regional revenue.</a:t>
            </a:r>
          </a:p>
          <a:p>
            <a:pPr>
              <a:spcAft>
                <a:spcPts val="1200"/>
              </a:spcAft>
              <a:defRPr sz="1800"/>
            </a:pPr>
            <a:r>
              <a:t>Conclusion: AI can accelerate analysis and ideation, but outputs should remain evidence-based, privacy-aware, and human-verified.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